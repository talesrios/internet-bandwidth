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(~30s). Apresentar o problema UVA 820 — Internet Bandwidth — e que se trata de fluxo máximo em redes. Grupo G, algoritmo Edmonds-Karp.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 objetivo (1 min). Uma rede de computadores tem conexoes, cada uma com uma largura de banda (limite de dados). Queremos saber a maior quantidade de dados que pode trafegar simultaneamente da origem ate o destino, respeitando esses limites. A rede e nao direcionada (banda usavel nos dois sentidos), pode haver varias conexoes entre o mesmo par (somam-se), e ha varios casos de teste ate n=0.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Modelagem (1 min). Origem = no 1 (source), de onde o fluxo parte. Sorvedouro = no 4 / no n (sink), o destino. Vertices = os n nos. Cada conexao vira aresta capacitada nos DOIS sentidos, porque a rede e nao direcionada. A capacidade e a banda; arestas paralelas somam (cap[u][v] += b nos dois sentidos). No exemplo do enunciado o fluxo maximo da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Algoritmo (1 min). Usamos Edmonds-Karp = caminhos aumentantes com BFS, sempre o menor caminho. Passos: 1) BFS acha um caminho com capacidade residual &gt;0 da origem ao destino; 2) calcula o gargalo (menor capacidade do caminho); 3) atualiza o residual subtraindo o gargalo nas arestas diretas e somando nas reversas; 4) repete ate nao existir mais caminho. A aresta reversa permite 'desfazer' fluxo enviado antes, e e o que garante a otimalidade.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Conversao em resposta (1 min). A resposta e a soma de todos os gargalos, ou seja o valor do fluxo maximo que sai da origem. Mostrar o trace: 1-2-4 gargalo 10; 1-3-4 gargalo 10 (acumula 20); 1-2-3-4 gargalo 5 (acumula 25); BFS nao acha mais caminho, para. Resultado 25. A saida imprime 'Network k' e 'The bandwidth is 25.' com linha em branco apos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Complexidade e conclusao (1 min). Edmonds-Karp roda em O(V*E^2), independente do valor das capacidades; memoria O(V^2) na matriz residual. Casos especiais: rede nao direcionada (capacidade nos dois lados), arestas paralelas (somar bandas), multiplos casos terminando em n=0. Conclusao: e fluxo maximo direto; o valor do fluxo e exatamente a largura de banda maxima entre os nos. Submissao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9728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1097280"/>
            <a:ext cx="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1097280"/>
            <a:ext cx="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2377440"/>
            <a:ext cx="1371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1097280"/>
            <a:ext cx="1371600" cy="1280160"/>
          </a:xfrm>
          <a:prstGeom prst="line">
            <a:avLst/>
          </a:prstGeom>
          <a:noFill/>
          <a:ln w="25400">
            <a:solidFill>
              <a:srgbClr val="F2A65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034272" y="804672"/>
            <a:ext cx="585216" cy="585216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34272" y="804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05872" y="804672"/>
            <a:ext cx="585216" cy="5852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5872" y="80467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34272" y="2084832"/>
            <a:ext cx="585216" cy="58521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34272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05872" y="2084832"/>
            <a:ext cx="585216" cy="585216"/>
          </a:xfrm>
          <a:prstGeom prst="ellipse">
            <a:avLst/>
          </a:prstGeom>
          <a:solidFill>
            <a:srgbClr val="F2A6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05872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77240" cy="7772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436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Máximo em Redes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2834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UVA 820</a:t>
            </a:r>
            <a:endParaRPr lang="en-US" sz="6000" dirty="0"/>
          </a:p>
        </p:txBody>
      </p:sp>
      <p:sp>
        <p:nvSpPr>
          <p:cNvPr id="18" name="Text 15"/>
          <p:cNvSpPr/>
          <p:nvPr/>
        </p:nvSpPr>
        <p:spPr>
          <a:xfrm>
            <a:off x="566928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2A6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Internet Bandwidth</a:t>
            </a:r>
            <a:endParaRPr lang="en-US" sz="3600" dirty="0"/>
          </a:p>
        </p:txBody>
      </p:sp>
      <p:sp>
        <p:nvSpPr>
          <p:cNvPr id="19" name="Shape 16"/>
          <p:cNvSpPr/>
          <p:nvPr/>
        </p:nvSpPr>
        <p:spPr>
          <a:xfrm>
            <a:off x="640080" y="5029200"/>
            <a:ext cx="4572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  ·  Resolução de Problemas com Grafos  ·  Edmonds-Karp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EB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Contexto do problema e objetivo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de computadores conecta vários nós. Cada conexão tem uma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de banda (bandwidth)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quantidade máxima de dados que pode trafegar por ela.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43800" y="1828800"/>
            <a:ext cx="4069080" cy="356616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148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0" y="2926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Maximizar o tráfego total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863840" y="379476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maior quantidade de dados que pode ir da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até o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mesmo tempo, respeitando os limites de banda?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3649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246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não direcionada  —  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banda pode ser usada nos dois sentidos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59352"/>
            <a:ext cx="548640" cy="54864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07822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959352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arestas possíveis  —  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 mesmo par de nós — somam-se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672584"/>
            <a:ext cx="548640" cy="54864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79145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672584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casos de teste  —  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quando n = 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EB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MODELAGEM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Modelagem da rede de fluxo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903720" y="1783080"/>
            <a:ext cx="475488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pic>
        <p:nvPicPr>
          <p:cNvPr id="6" name="Image 0" descr="gra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2057400"/>
            <a:ext cx="4160520" cy="27252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5349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enunciado — fluxo máximo = 25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002536"/>
            <a:ext cx="457200" cy="45720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9397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920240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(source)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1 — de onde o fluxo parte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2679192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2807208"/>
            <a:ext cx="457200" cy="45720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89864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724912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Sorvedouro (sink)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4 — destino que recebe o fluxo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3483864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3611880"/>
            <a:ext cx="457200" cy="45720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7033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529584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 nós da rede (1..n)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288536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416552"/>
            <a:ext cx="457200" cy="45720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50799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334256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conexão vira aresta nos dois sentidos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548640" y="5093208"/>
            <a:ext cx="6080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13232" y="5221224"/>
            <a:ext cx="457200" cy="457200"/>
          </a:xfrm>
          <a:prstGeom prst="ellipse">
            <a:avLst/>
          </a:prstGeom>
          <a:solidFill>
            <a:srgbClr val="DCEBF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31266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71600" y="5138928"/>
            <a:ext cx="5120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banda de cada conexão; paralelas somam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EB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ALGORITMO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Edmonds-Karp e o grafo residual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método de caminhos aumentantes que usa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achar sempre o menor caminho da origem ao sorvedouro no grafo residual.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3108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461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Busca (BFS)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um caminho com capacidade &gt; 0 da origem ao destino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55848" y="288036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3108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32461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84448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Gargalo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584448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a menor capacidade ao longo desse caminho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63056" y="288036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91656" y="3108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32461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1656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Atualiza residual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391656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subtrai o gargalo nas arestas diretas e soma nas reversas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70264" y="2880360"/>
            <a:ext cx="2670048" cy="2011680"/>
          </a:xfrm>
          <a:prstGeom prst="roundRect">
            <a:avLst>
              <a:gd name="adj" fmla="val 4545"/>
            </a:avLst>
          </a:prstGeom>
          <a:solidFill>
            <a:srgbClr val="F4F8FB"/>
          </a:solidFill>
          <a:ln/>
          <a:effectLst>
            <a:outerShdw sx="100000" sy="100000" kx="0" ky="0" algn="bl" rotWithShape="0" blurRad="88900" dist="25400" dir="5400000">
              <a:srgbClr val="0A2A3A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98864" y="3108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324612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98864" y="3794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Repete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198864" y="4206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BFS não achar mais nenhum caminho aumentante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492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21208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reversa: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enviamos fluxo, criamos capacidade no sentido contrário. Isso deixa o algoritmo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"desfazer"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escolhas ruins e garante a solução ótima.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CEB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RESPOSTA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A24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fluxo até a resposta final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é 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todos os gargalos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enviados — ou seja, o valor do fluxo máximo que sai da origem.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73152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3 →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→ 2 → 3 → 4  (via banda 20 e 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6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não acha mais caminho  →  parada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606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aumentante (BFS)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5488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0936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75320" y="2606040"/>
            <a:ext cx="3337560" cy="2606040"/>
          </a:xfrm>
          <a:prstGeom prst="roundRect">
            <a:avLst>
              <a:gd name="adj" fmla="val 421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75320" y="29260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MÁXIMO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75320" y="324612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2A6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</a:t>
            </a:r>
            <a:endParaRPr lang="en-US" sz="9200" dirty="0"/>
          </a:p>
        </p:txBody>
      </p:sp>
      <p:sp>
        <p:nvSpPr>
          <p:cNvPr id="14" name="Text 11"/>
          <p:cNvSpPr/>
          <p:nvPr/>
        </p:nvSpPr>
        <p:spPr>
          <a:xfrm>
            <a:off x="8275320" y="4617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bandwidth is 25.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 problema: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"Network k" + "The bandwidth is X." para cada caso, com linha em branco depois.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CONCLUSÃO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Complexidade, casos especiais e conclusão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Edmonds-Karp: 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· E²)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independente do valor das capacidades.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adjacência O(V²) para as capacidades residuais.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21031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especiais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46520" y="292608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não direcionada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capacidade nos dois sentidos.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paralelas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somam as bandas.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casos / n = 0 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encerra a leitura.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3891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61772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459028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Conclusão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14400" y="52578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é fluxo máximo direto: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modelamos a rede com origem 1, sorvedouro n e capacidades bidirecionais;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encontra o fluxo ótimo via BFS no grafo residual, e o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fluxo é exatamente a maior largura de banda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os dois nós. Submissão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C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UVA 820 - Internet Bandwidth</dc:title>
  <dc:subject>PptxGenJS Presentation</dc:subject>
  <dc:creator>Grupo G</dc:creator>
  <cp:lastModifiedBy>Grupo G</cp:lastModifiedBy>
  <cp:revision>1</cp:revision>
  <dcterms:created xsi:type="dcterms:W3CDTF">2026-06-15T17:09:49Z</dcterms:created>
  <dcterms:modified xsi:type="dcterms:W3CDTF">2026-06-15T17:09:49Z</dcterms:modified>
</cp:coreProperties>
</file>